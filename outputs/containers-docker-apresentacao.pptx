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58f2d38a214771" /><Relationship Type="http://schemas.openxmlformats.org/officeDocument/2006/relationships/extended-properties" Target="/docProps/app.xml" Id="Rca4f5911a0fe4bb5" /><Relationship Type="http://schemas.openxmlformats.org/officeDocument/2006/relationships/officeDocument" Target="/ppt/presentation.xml" Id="Rc4087fcb350447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255ef0b36b442e"/>
  </p:sldMasterIdLst>
  <p:notesMasterIdLst>
    <p:notesMasterId xmlns:r="http://schemas.openxmlformats.org/officeDocument/2006/relationships" r:id="Rbc6a774660a94c29"/>
  </p:notesMasterIdLst>
  <p:sldIdLst>
    <p:sldId xmlns:r="http://schemas.openxmlformats.org/officeDocument/2006/relationships" id="256" r:id="R50ef5453208e4736"/>
    <p:sldId xmlns:r="http://schemas.openxmlformats.org/officeDocument/2006/relationships" id="257" r:id="R806afefdf43b4f6f"/>
    <p:sldId xmlns:r="http://schemas.openxmlformats.org/officeDocument/2006/relationships" id="258" r:id="R2ebe050eeddf4dff"/>
    <p:sldId xmlns:r="http://schemas.openxmlformats.org/officeDocument/2006/relationships" id="259" r:id="Rbed0a45d8e704caa"/>
    <p:sldId xmlns:r="http://schemas.openxmlformats.org/officeDocument/2006/relationships" id="260" r:id="R9f405a12bd00451a"/>
    <p:sldId xmlns:r="http://schemas.openxmlformats.org/officeDocument/2006/relationships" id="261" r:id="R5ddeea525eb94fae"/>
    <p:sldId xmlns:r="http://schemas.openxmlformats.org/officeDocument/2006/relationships" id="262" r:id="Reed5f2f249d14375"/>
    <p:sldId xmlns:r="http://schemas.openxmlformats.org/officeDocument/2006/relationships" id="263" r:id="R2469f813e2f3404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5149a7ad8e4c40" /><Relationship Type="http://schemas.openxmlformats.org/officeDocument/2006/relationships/slideMaster" Target="/ppt/slideMasters/slideMaster1.xml" Id="Rdb255ef0b36b442e" /><Relationship Type="http://schemas.openxmlformats.org/officeDocument/2006/relationships/notesMaster" Target="/ppt/notesMasters/notesMaster1.xml" Id="Rbc6a774660a94c29" /><Relationship Type="http://schemas.openxmlformats.org/officeDocument/2006/relationships/presProps" Target="/ppt/presProps.xml" Id="R89d3b56cd2a94e09" /><Relationship Type="http://schemas.openxmlformats.org/officeDocument/2006/relationships/tableStyles" Target="/ppt/tableStyles.xml" Id="R2eb074cc3d5d4089" /><Relationship Type="http://schemas.openxmlformats.org/officeDocument/2006/relationships/slide" Target="/ppt/slides/slide1.xml" Id="R50ef5453208e4736" /><Relationship Type="http://schemas.openxmlformats.org/officeDocument/2006/relationships/slide" Target="/ppt/slides/slide2.xml" Id="R806afefdf43b4f6f" /><Relationship Type="http://schemas.openxmlformats.org/officeDocument/2006/relationships/slide" Target="/ppt/slides/slide3.xml" Id="R2ebe050eeddf4dff" /><Relationship Type="http://schemas.openxmlformats.org/officeDocument/2006/relationships/slide" Target="/ppt/slides/slide4.xml" Id="Rbed0a45d8e704caa" /><Relationship Type="http://schemas.openxmlformats.org/officeDocument/2006/relationships/slide" Target="/ppt/slides/slide5.xml" Id="R9f405a12bd00451a" /><Relationship Type="http://schemas.openxmlformats.org/officeDocument/2006/relationships/slide" Target="/ppt/slides/slide6.xml" Id="R5ddeea525eb94fae" /><Relationship Type="http://schemas.openxmlformats.org/officeDocument/2006/relationships/slide" Target="/ppt/slides/slide7.xml" Id="Reed5f2f249d14375" /><Relationship Type="http://schemas.openxmlformats.org/officeDocument/2006/relationships/slide" Target="/ppt/slides/slide8.xml" Id="R2469f813e2f340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c30ee7b80544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bf0762d97a4cbb" /><Relationship Type="http://schemas.openxmlformats.org/officeDocument/2006/relationships/notesMaster" Target="/ppt/notesMasters/notesMaster1.xml" Id="R996d9c01d02c4d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4cfec2e5e2407b" /><Relationship Type="http://schemas.openxmlformats.org/officeDocument/2006/relationships/notesMaster" Target="/ppt/notesMasters/notesMaster1.xml" Id="R5857a0ec5fdc43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2733697f3f4e04" /><Relationship Type="http://schemas.openxmlformats.org/officeDocument/2006/relationships/notesMaster" Target="/ppt/notesMasters/notesMaster1.xml" Id="R3b967f1c292a46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33de5b52874f27" /><Relationship Type="http://schemas.openxmlformats.org/officeDocument/2006/relationships/notesMaster" Target="/ppt/notesMasters/notesMaster1.xml" Id="R323bf4cb892c4e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a815fab9ce44b0" /><Relationship Type="http://schemas.openxmlformats.org/officeDocument/2006/relationships/notesMaster" Target="/ppt/notesMasters/notesMaster1.xml" Id="R045e3437124d42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402913fd4d4412" /><Relationship Type="http://schemas.openxmlformats.org/officeDocument/2006/relationships/notesMaster" Target="/ppt/notesMasters/notesMaster1.xml" Id="R978aebd186b940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e342bb85194c10" /><Relationship Type="http://schemas.openxmlformats.org/officeDocument/2006/relationships/notesMaster" Target="/ppt/notesMasters/notesMaster1.xml" Id="R3d71b5838f5a42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c88f65fb304292" /><Relationship Type="http://schemas.openxmlformats.org/officeDocument/2006/relationships/notesMaster" Target="/ppt/notesMasters/notesMaster1.xml" Id="Rf2b1645c4b7e4a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4afaf572f944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a8be586bc84d52" /><Relationship Type="http://schemas.openxmlformats.org/officeDocument/2006/relationships/slideLayout" Target="/ppt/slideLayouts/slideLayout1.xml" Id="R383969d9d8d542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3969d9d8d542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9f22981764a76" /><Relationship Type="http://schemas.openxmlformats.org/officeDocument/2006/relationships/notesSlide" Target="/ppt/notesSlides/notesSlide1.xml" Id="R4623eb248a4445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30fa5573244a7" /><Relationship Type="http://schemas.openxmlformats.org/officeDocument/2006/relationships/notesSlide" Target="/ppt/notesSlides/notesSlide2.xml" Id="Rf568760957644b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10d800b4147ee" /><Relationship Type="http://schemas.openxmlformats.org/officeDocument/2006/relationships/notesSlide" Target="/ppt/notesSlides/notesSlide3.xml" Id="R70123af6cde348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dc60e6fc14ab6" /><Relationship Type="http://schemas.openxmlformats.org/officeDocument/2006/relationships/notesSlide" Target="/ppt/notesSlides/notesSlide4.xml" Id="R6fba1bdd864545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ad3d070344e24" /><Relationship Type="http://schemas.openxmlformats.org/officeDocument/2006/relationships/notesSlide" Target="/ppt/notesSlides/notesSlide5.xml" Id="R07ff1f825b004c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b21d119ff4b74" /><Relationship Type="http://schemas.openxmlformats.org/officeDocument/2006/relationships/notesSlide" Target="/ppt/notesSlides/notesSlide6.xml" Id="R2cf671ebc91748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6ecbac133458a" /><Relationship Type="http://schemas.openxmlformats.org/officeDocument/2006/relationships/notesSlide" Target="/ppt/notesSlides/notesSlide7.xml" Id="R0e62be8ea6c041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7683f513c4ea0" /><Relationship Type="http://schemas.openxmlformats.org/officeDocument/2006/relationships/notesSlide" Target="/ppt/notesSlides/notesSlide8.xml" Id="R7a72f8a40c6649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DF70ED-C7B4-4D60-B5B4-D2E222C7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Containers / Docker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9A91D-92C1-4C10-9BD3-14DA98FB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374151"/>
                </a:solidFill>
                <a:latin typeface="Aptos"/>
                <a:ea typeface="Aptos"/>
                <a:cs typeface="Aptos"/>
              </a:rPr>
              <a:t>Criacao, gerenciamento e deploy de aplicacoes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9FC33-57B9-4A30-B111-A56C97A2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B7280"/>
                </a:solidFill>
                <a:latin typeface="Aptos"/>
                <a:ea typeface="Aptos"/>
                <a:cs typeface="Aptos"/>
              </a:rPr>
              <a:t>Conclusao: 29 de maio de 2026, 23:59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EE3B4-BBA5-4B24-B1D7-EF7BDC33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620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31767-09DB-4800-BDC1-702CA0CF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ECE4A-79E7-47E5-9489-88FAACDC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B7280"/>
                </a:solidFill>
                <a:latin typeface="Aptos"/>
                <a:ea typeface="Aptos"/>
                <a:cs typeface="Aptos"/>
              </a:rPr>
              <a:t>Containers/Docker |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C5D82-F99F-4B8F-B27A-20ED89C5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11099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B96558-CE46-43A7-8C3C-8E96181F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AAC8B-7675-4580-B898-89254AC9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B5563"/>
                </a:solidFill>
                <a:latin typeface="Aptos"/>
                <a:ea typeface="Aptos"/>
                <a:cs typeface="Aptos"/>
              </a:rPr>
              <a:t>Quatro pontos para entender e apresentar Docker sem complicar.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AF986-05DC-4B82-81A9-EDEE392A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B7280"/>
                </a:solidFill>
                <a:latin typeface="Aptos"/>
                <a:ea typeface="Aptos"/>
                <a:cs typeface="Aptos"/>
              </a:rPr>
              <a:t>Containers/Docker |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953D1-0C7E-409A-AC0A-AD38C1E7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C4345-40C3-4802-95B0-9B4D3904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A305E-B95D-4A28-84AD-4D08646A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F91D6-8CF3-46DF-8F89-2E0C6F61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240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 que 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FD143-6E9C-4523-98F9-249E847F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479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B5563"/>
                </a:solidFill>
                <a:latin typeface="Aptos"/>
                <a:ea typeface="Aptos"/>
                <a:cs typeface="Aptos"/>
              </a:rPr>
              <a:t>A ideia por tras de containers e imagens.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5CFC8-06AF-414E-AB03-75EF4D81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C236E-6BF9-4715-A6DD-ECC9EE69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D37FD-81D7-4987-ABA1-BBD19605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Como funciona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CB158-C22B-4676-86A8-77D5AD0D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67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B5563"/>
                </a:solidFill>
                <a:latin typeface="Aptos"/>
                <a:ea typeface="Aptos"/>
                <a:cs typeface="Aptos"/>
              </a:rPr>
              <a:t>Dockerfile, imagem, container, registry e volumes.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E0B59-934C-495B-A999-A6840C0D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99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FDDB2-04B8-428F-ADA9-37C683F9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08380-50AE-421A-A80F-22466C8D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Como instalar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6D500-A9AB-440B-B21E-D7FD67A0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B5563"/>
                </a:solidFill>
                <a:latin typeface="Aptos"/>
                <a:ea typeface="Aptos"/>
                <a:cs typeface="Aptos"/>
              </a:rPr>
              <a:t>Passos principais para Windows e Linux.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A66B34-92F1-441B-A1C5-7ED0B6A3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E22FB-F2F3-4A71-BD50-D80B42B6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3AFE02-D9AF-45C4-8104-D7F547BC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D2E0B9-E3DA-4E49-BB1C-6B74FCE5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B5563"/>
                </a:solidFill>
                <a:latin typeface="Aptos"/>
                <a:ea typeface="Aptos"/>
                <a:cs typeface="Aptos"/>
              </a:rPr>
              <a:t>Fluxo simples para levar uma aplicacao ao ar.</a:t>
            </a:r>
          </a:p>
        </p:txBody>
      </p:sp>
    </p:spTree>
    <p:extLst>
      <p:ext uri="{BB962C8B-B14F-4D97-AF65-F5344CB8AC3E}">
        <p14:creationId xmlns:p14="http://schemas.microsoft.com/office/powerpoint/2010/main" val="15562300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633C88-7809-4377-9321-05771096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 Que 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53F85-BCD9-4564-A7FF-6BD1726B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B5563"/>
                </a:solidFill>
                <a:latin typeface="Aptos"/>
                <a:ea typeface="Aptos"/>
                <a:cs typeface="Aptos"/>
              </a:rPr>
              <a:t>Container empacota aplicacao e dependencias em um ambiente isolado.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E4BE2-162D-477A-9BD5-62052AEA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B7280"/>
                </a:solidFill>
                <a:latin typeface="Aptos"/>
                <a:ea typeface="Aptos"/>
                <a:cs typeface="Aptos"/>
              </a:rPr>
              <a:t>Containers/Docker |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0EFB8-CE60-4EDF-988D-CA838450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18AA6-E71B-4C25-99DB-BF9B7EF0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31813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2AB28-3765-4A4C-B310-9585FB1A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526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Container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D34FB-7D5F-471F-9993-D36513EE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272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B5563"/>
                </a:solidFill>
                <a:latin typeface="Aptos"/>
                <a:ea typeface="Aptos"/>
                <a:cs typeface="Aptos"/>
              </a:rPr>
              <a:t>Processo isolado que roda com suas bibliotecas e configuracoes.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FFF80-6457-41AB-9B67-841D51DD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43100"/>
            <a:ext cx="31813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E107E-45D4-495B-8954-9758F768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526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Imagem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F0E82-2D60-4676-9253-13CCDECF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33650"/>
            <a:ext cx="272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B5563"/>
                </a:solidFill>
                <a:latin typeface="Aptos"/>
                <a:ea typeface="Aptos"/>
                <a:cs typeface="Aptos"/>
              </a:rPr>
              <a:t>Modelo imutavel usado para criar containers iguais em qualquer ambiente.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7DC5E-3C94-40D5-B155-1632E5AF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31813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E37DF-1C51-4E42-81AE-55A26030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526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766B2-4421-4EC3-855E-0E10E5B2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272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B5563"/>
                </a:solidFill>
                <a:latin typeface="Aptos"/>
                <a:ea typeface="Aptos"/>
                <a:cs typeface="Aptos"/>
              </a:rPr>
              <a:t>Plataforma que cria, executa, publica e gerencia containers.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0FD9E-DE09-4285-9E8C-816081A9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Ideia central: menos diferenca entre maquina do desenvolvedor, teste e producao.</a:t>
            </a:r>
          </a:p>
        </p:txBody>
      </p:sp>
    </p:spTree>
    <p:extLst>
      <p:ext uri="{BB962C8B-B14F-4D97-AF65-F5344CB8AC3E}">
        <p14:creationId xmlns:p14="http://schemas.microsoft.com/office/powerpoint/2010/main" val="11204504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5B3A18-57D0-49D9-833C-665B2CAD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Como Funciona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8100D-A13E-4F62-99C2-86FB9136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B5563"/>
                </a:solidFill>
                <a:latin typeface="Aptos"/>
                <a:ea typeface="Aptos"/>
                <a:cs typeface="Aptos"/>
              </a:rPr>
              <a:t>O fluxo basico transforma codigo em imagem, imagem em container.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46827-2D2E-4C79-B6E4-FCC4FBDA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B7280"/>
                </a:solidFill>
                <a:latin typeface="Aptos"/>
                <a:ea typeface="Aptos"/>
                <a:cs typeface="Aptos"/>
              </a:rPr>
              <a:t>Containers/Docker |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A7B43-D577-4B43-814C-55227650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39B8F-2B04-469D-8010-79FF41DB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714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7CF03-84B4-4382-825F-8982E54C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Codigo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A6DD6-0334-4E4C-A3B8-1911E8C6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B5563"/>
                </a:solidFill>
                <a:latin typeface="Aptos"/>
                <a:ea typeface="Aptos"/>
                <a:cs typeface="Aptos"/>
              </a:rPr>
              <a:t>app + dependencias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BBBFD-4B30-4691-B968-966AFE96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003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30147-CE30-4CEF-BCE7-B8F77BFC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62200"/>
            <a:ext cx="1714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BB772-93EE-43FE-991E-84B51007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717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1B3CB-157F-46A8-A63F-9AF8081A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527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B5563"/>
                </a:solidFill>
                <a:latin typeface="Aptos"/>
                <a:ea typeface="Aptos"/>
                <a:cs typeface="Aptos"/>
              </a:rPr>
              <a:t>receita de 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CEB29-92E0-46C7-A601-3C79083A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03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B14A8-7913-4FF3-9465-5348F49D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62200"/>
            <a:ext cx="1714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16B2D-5F21-42E3-8363-89A1B268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717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Imagem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630CF-212E-4B16-B46D-10538AAF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527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B5563"/>
                </a:solidFill>
                <a:latin typeface="Aptos"/>
                <a:ea typeface="Aptos"/>
                <a:cs typeface="Aptos"/>
              </a:rPr>
              <a:t>pacote versionado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FA9D34-8ABE-49AD-A1EA-D6F3CBB6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003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3C880-A614-4809-9D94-AF570D7B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62200"/>
            <a:ext cx="1714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06FBE-9940-4421-AC6E-D94FDECB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Container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06A3AE-FCD4-4E97-912F-D5BBA0F5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527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B5563"/>
                </a:solidFill>
                <a:latin typeface="Aptos"/>
                <a:ea typeface="Aptos"/>
                <a:cs typeface="Aptos"/>
              </a:rPr>
              <a:t>execucao isolada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220228-CDD6-4808-8FE6-F97E8B50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03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F7A8E-6BFC-4B82-B814-96CFEBD2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62200"/>
            <a:ext cx="1714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08705A-94F5-4849-9B07-A148A9D9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Registry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5FFB6C-EA5E-41C6-9716-69DDC15C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B5563"/>
                </a:solidFill>
                <a:latin typeface="Aptos"/>
                <a:ea typeface="Aptos"/>
                <a:cs typeface="Aptos"/>
              </a:rPr>
              <a:t>publicacao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B8EED-70F7-4D67-B05D-2EE54337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374151"/>
                </a:solidFill>
                <a:latin typeface="Aptos"/>
                <a:ea typeface="Aptos"/>
                <a:cs typeface="Aptos"/>
              </a:rPr>
              <a:t>Comandos comuns: docker build, docker run, docker ps, docker logs, docker compose up.</a:t>
            </a:r>
          </a:p>
        </p:txBody>
      </p:sp>
    </p:spTree>
    <p:extLst>
      <p:ext uri="{BB962C8B-B14F-4D97-AF65-F5344CB8AC3E}">
        <p14:creationId xmlns:p14="http://schemas.microsoft.com/office/powerpoint/2010/main" val="6159335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A884BA-21B8-46D0-842E-C2B8F15D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Instalacao No Windows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31828-1311-45D0-BDDD-4DA3058C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B5563"/>
                </a:solidFill>
                <a:latin typeface="Aptos"/>
                <a:ea typeface="Aptos"/>
                <a:cs typeface="Aptos"/>
              </a:rPr>
              <a:t>Caminho recomendado: Docker Desktop com WSL 2.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A14CE-7C24-4F6C-9BB0-8BC8F379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B7280"/>
                </a:solidFill>
                <a:latin typeface="Aptos"/>
                <a:ea typeface="Aptos"/>
                <a:cs typeface="Aptos"/>
              </a:rPr>
              <a:t>Containers/Docker |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5657E-8FAB-418B-B8D5-839BC3DD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6CC19-466E-4569-987D-D2E2A0C9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8D05F-9A3F-4FFF-BE65-AF917CB0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B0906-6046-4641-9143-77942334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240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Ativar virtualizacao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E6E67-C34D-4ADC-80D5-3CC0E9E3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479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B5563"/>
                </a:solidFill>
                <a:latin typeface="Aptos"/>
                <a:ea typeface="Aptos"/>
                <a:cs typeface="Aptos"/>
              </a:rPr>
              <a:t>Confirmar no BIOS/UEFI e habilitar recursos de virtualizacao no Windows.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C540B-50DD-47BD-82D4-43020181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660AD-D079-4BF4-8B21-72F4BFF2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12B69-08BD-4443-9218-6D55967D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Instalar WSL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893FC-7930-4544-844C-3400C1B5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67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B5563"/>
                </a:solidFill>
                <a:latin typeface="Aptos"/>
                <a:ea typeface="Aptos"/>
                <a:cs typeface="Aptos"/>
              </a:rPr>
              <a:t>Executar wsl --install e reiniciar se o Windows solicitar.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4EA15-56CD-4806-BE1E-DF18AD10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99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59B79-18AC-4580-9C7B-5165F7D8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1914A-7745-4A28-95A1-52BAFFAC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Instalar Docker Desktop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C0300-686B-414B-8517-2FAFA84E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B5563"/>
                </a:solidFill>
                <a:latin typeface="Aptos"/>
                <a:ea typeface="Aptos"/>
                <a:cs typeface="Aptos"/>
              </a:rPr>
              <a:t>Baixar o instalador oficial, habilitar backend WSL 2 e abrir o Docker.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EF949-6BFD-48BF-B840-485654AD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2C6A6F-F5F5-4312-8E20-98181D48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B51CB-B91C-4E05-B30C-481D2A9F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3BD0F5-9AD0-46E2-A357-7D2A086F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B5563"/>
                </a:solidFill>
                <a:latin typeface="Aptos"/>
                <a:ea typeface="Aptos"/>
                <a:cs typeface="Aptos"/>
              </a:rPr>
              <a:t>Rodar docker --version e docker run hello-world no terminal.</a:t>
            </a:r>
          </a:p>
        </p:txBody>
      </p:sp>
    </p:spTree>
    <p:extLst>
      <p:ext uri="{BB962C8B-B14F-4D97-AF65-F5344CB8AC3E}">
        <p14:creationId xmlns:p14="http://schemas.microsoft.com/office/powerpoint/2010/main" val="8025163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DC221E-F629-4096-960F-95BD56AC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Instalacao No Linux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378F4-49B2-4E1C-8248-1AAE397B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B5563"/>
                </a:solidFill>
                <a:latin typeface="Aptos"/>
                <a:ea typeface="Aptos"/>
                <a:cs typeface="Aptos"/>
              </a:rPr>
              <a:t>Em servidores Linux, normalmente se instala Docker Engine.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0863E-AB9B-4EF7-BD32-9DE8A12C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B7280"/>
                </a:solidFill>
                <a:latin typeface="Aptos"/>
                <a:ea typeface="Aptos"/>
                <a:cs typeface="Aptos"/>
              </a:rPr>
              <a:t>Containers/Docker |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28737-49A3-4093-BD04-DE95E33B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84E96-132F-46A1-A6E7-291DD5CC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5A91A-05FC-4483-8E06-BCC9D67A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BFD53-6BD8-4158-A0D5-7BC203C0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240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Atualizar pacotes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E7D6B-3BDB-4BC2-B63C-C93C9210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479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B5563"/>
                </a:solidFill>
                <a:latin typeface="Aptos"/>
                <a:ea typeface="Aptos"/>
                <a:cs typeface="Aptos"/>
              </a:rPr>
              <a:t>Usar o gerenciador da distro, como apt, dnf ou yum.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E5C6C-781D-4557-814A-C931541D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57355-C677-4DD0-83FA-805067C3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2827A-1C3E-4524-B35F-BC5DC38E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Adicionar repositorio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AB276-662D-402F-927F-46BFDCA1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67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B5563"/>
                </a:solidFill>
                <a:latin typeface="Aptos"/>
                <a:ea typeface="Aptos"/>
                <a:cs typeface="Aptos"/>
              </a:rPr>
              <a:t>Configurar o repositorio oficial do Docker para receber versoes atuais.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AAE12-17E7-45DD-A982-CF55BBA1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99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24B72-123E-4FF9-B6A7-FF19DF85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B7DF2-FF9D-481A-A238-EA3C95CA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Instalar engine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CDCD9-B3F6-4CA4-9DA0-C85307E6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B5563"/>
                </a:solidFill>
                <a:latin typeface="Aptos"/>
                <a:ea typeface="Aptos"/>
                <a:cs typeface="Aptos"/>
              </a:rPr>
              <a:t>Instalar docker-ce, docker-ce-cli, containerd e plugins compose/buildx.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A13E1-ACD7-4EE0-8D31-6D4BDD3B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0784C-9157-4281-A7D0-9F72B381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3BCCF-2FCA-4AE4-9700-4B676B52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Validar servico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4D62A-56BC-4C5B-8375-909DFB1C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B5563"/>
                </a:solidFill>
                <a:latin typeface="Aptos"/>
                <a:ea typeface="Aptos"/>
                <a:cs typeface="Aptos"/>
              </a:rPr>
              <a:t>Checar systemctl status docker e executar docker run hello-world.</a:t>
            </a:r>
          </a:p>
        </p:txBody>
      </p:sp>
    </p:spTree>
    <p:extLst>
      <p:ext uri="{BB962C8B-B14F-4D97-AF65-F5344CB8AC3E}">
        <p14:creationId xmlns:p14="http://schemas.microsoft.com/office/powerpoint/2010/main" val="20688514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425309-7182-48DA-8537-9CAA5A57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Gerenciamento E Deploy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F0179-15DE-4E58-AD19-FFFE7034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B5563"/>
                </a:solidFill>
                <a:latin typeface="Aptos"/>
                <a:ea typeface="Aptos"/>
                <a:cs typeface="Aptos"/>
              </a:rPr>
              <a:t>Deploy simples precisa de build, variaveis, registry e observabilidade.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F2AEC-3154-40F6-A224-ECCFF69F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B7280"/>
                </a:solidFill>
                <a:latin typeface="Aptos"/>
                <a:ea typeface="Aptos"/>
                <a:cs typeface="Aptos"/>
              </a:rPr>
              <a:t>Containers/Docker |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4B7BA-DDF2-451A-8B05-807FF98B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02FC5-9D3F-442E-B5ED-442DCA60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2E448-5034-4062-B2EA-FB2D07A6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85DF3-52EB-43E6-9885-F332F08F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1828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B5563"/>
                </a:solidFill>
                <a:latin typeface="Aptos"/>
                <a:ea typeface="Aptos"/>
                <a:cs typeface="Aptos"/>
              </a:rPr>
              <a:t>Criar imagem com tag clara: app:1.0.0.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882BC-FB37-4CF0-A9D8-E1B83A49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0500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1B8CB-6688-45E1-9FAB-165610D2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Config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466F0-9DB1-4939-8B21-BACC1E34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95550"/>
            <a:ext cx="1828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B5563"/>
                </a:solidFill>
                <a:latin typeface="Aptos"/>
                <a:ea typeface="Aptos"/>
                <a:cs typeface="Aptos"/>
              </a:rPr>
              <a:t>Usar variaveis de ambiente e secrets fora da imagem.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39AE6-2EDD-4913-831C-1963844D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E7927-44E9-49DF-9074-1B4E88B8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5B69B-7382-494A-94EF-136AD97E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1828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B5563"/>
                </a:solidFill>
                <a:latin typeface="Aptos"/>
                <a:ea typeface="Aptos"/>
                <a:cs typeface="Aptos"/>
              </a:rPr>
              <a:t>Enviar imagem para Docker Hub, GHCR, ECR, ACR ou registry privado.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E2CFF-7F02-4A8C-8946-2D495730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0500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C0BA5-47AD-43F4-8296-8317A0B7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0808F9-3A3F-4B96-A1EB-A1AE452B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1828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B5563"/>
                </a:solidFill>
                <a:latin typeface="Aptos"/>
                <a:ea typeface="Aptos"/>
                <a:cs typeface="Aptos"/>
              </a:rPr>
              <a:t>Subir com Docker Compose, servidor, Kubernetes ou plataforma cloud.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73803-E926-4F2F-809B-FE493DAB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Operacao minima: logs, healthcheck, backup de dados e rollback por tag.</a:t>
            </a:r>
          </a:p>
        </p:txBody>
      </p:sp>
    </p:spTree>
    <p:extLst>
      <p:ext uri="{BB962C8B-B14F-4D97-AF65-F5344CB8AC3E}">
        <p14:creationId xmlns:p14="http://schemas.microsoft.com/office/powerpoint/2010/main" val="235710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D5D5D0-FB0C-43A7-BB86-521851F5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Resumo Para Apresentacao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DB883-5ED8-4E22-A2FC-5537651E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B5563"/>
                </a:solidFill>
                <a:latin typeface="Aptos"/>
                <a:ea typeface="Aptos"/>
                <a:cs typeface="Aptos"/>
              </a:rPr>
              <a:t>Docker resolve padronizacao, portabilidade e deploy repetivel.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C634A-D518-4594-BC7D-587684CA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B7280"/>
                </a:solidFill>
                <a:latin typeface="Aptos"/>
                <a:ea typeface="Aptos"/>
                <a:cs typeface="Aptos"/>
              </a:rPr>
              <a:t>Containers/Docker |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FA90D-D7FE-46E6-8A2B-7FB5577A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C0443-FC31-4138-AE45-D140D211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BC303-30F6-4604-B72B-73066EC3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AB8B4-0598-48A6-ABCC-560A8A49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240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containers para empacotar aplicacoes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BAD5D-7574-43EF-8A22-244A37EA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479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B5563"/>
                </a:solidFill>
                <a:latin typeface="Aptos"/>
                <a:ea typeface="Aptos"/>
                <a:cs typeface="Aptos"/>
              </a:rPr>
              <a:t>O ambiente fica previsivel e mais facil de mover.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52005-F661-414D-A928-FDE2917E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6533D-FF1D-4930-AE6C-E49686EB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FAD04-42A0-4B83-8BDC-DB98226E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imagens versionadas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4A12C-3C8A-49DD-A532-A44AC6E4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67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B5563"/>
                </a:solidFill>
                <a:latin typeface="Aptos"/>
                <a:ea typeface="Aptos"/>
                <a:cs typeface="Aptos"/>
              </a:rPr>
              <a:t>Cada release pode ser rastreada, publicada e revertida.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14B68-C70F-4327-AE53-9D174926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99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B3E8A-DC5A-4B06-8552-DF7AA20C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E384C-CCB5-4E75-8C27-41917DE0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Separe codigo de configuracao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67506-BC64-4BC7-A5F9-01AA9C47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B5563"/>
                </a:solidFill>
                <a:latin typeface="Aptos"/>
                <a:ea typeface="Aptos"/>
                <a:cs typeface="Aptos"/>
              </a:rPr>
              <a:t>Variaveis, secrets e volumes nao devem ficar presos na imagem.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348CC6-9E21-4171-AB74-C81765C3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4C25E-FCFE-4342-B0A1-B04E5945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79F82-8B60-49F9-9955-8161AC4A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Valide antes de publicar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5961E9-4C84-400B-B2DD-1D6A5479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B5563"/>
                </a:solidFill>
                <a:latin typeface="Aptos"/>
                <a:ea typeface="Aptos"/>
                <a:cs typeface="Aptos"/>
              </a:rPr>
              <a:t>Teste local, verifique logs e monitore o container em producao.</a:t>
            </a:r>
          </a:p>
        </p:txBody>
      </p:sp>
    </p:spTree>
    <p:extLst>
      <p:ext uri="{BB962C8B-B14F-4D97-AF65-F5344CB8AC3E}">
        <p14:creationId xmlns:p14="http://schemas.microsoft.com/office/powerpoint/2010/main" val="70718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2026-06-16T21:48:22.4060000Z</dcterms:created>
  <dcterms:modified xsi:type="dcterms:W3CDTF">2026-06-16T21:48:22.4060000Z</dcterms:modified>
</coreProperties>
</file>